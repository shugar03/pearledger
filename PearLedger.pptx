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36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PearLedger es un agente de operaciones financieras que corre entero en la máquina del usuario. Lee la factura, la concilia contra la orden de compra, proyecta el inventario y paga en USDt sin comisión de red. Tres cosas para retener: IA 100% local, fee $0.00 y distribución P2P.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dolor es concreto y lo sufren contadores, tesorería y equipos financieros: transcribir facturas, cruzarlas a ojo contra la orden de compra y pagar comisiones esperando la acreditación. Cada fricción tiene su tool del agente al lado: parse_invoice, match_purchase_order y execute_gasless_payment.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pasos, tres tools del contrato de plugins. La tarjeta de la derecha es la corrida real de la demo: factura de ACME por USD 1,240.00, leída con 98% de confianza, conciliada contra la PO-2291 y pagada en USDt con fee $0.00. El forecast avisa que el SKU MAT-001 se repone en 16 días. Nada de eso sale del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Local-first no es una promesa de marketing: no hay backend que reciba los documentos ni llamadas a APIs de IA. La inferencia y el OCR corren con @qvac/sdk en la máquina, y todo pago sobre $1,000 USDt pasa por un hook que lo aprueba una persona. Abajo, las cuatro piezas del stack: QVAC para la IA, WDK para los pagos, Pear para distribuir y actualizar por P2P, Bare como runtime sin Node.js.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agente ya corre. Se clona el repo, se instala y queda funcionando en la máquina, sin servidor propio y con actualizaciones por P2P. Licencia Apache-2.0.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>
    <p:pull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earLedger/landing/public/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73736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783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F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FINANCIERA LOCAL-FIRST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214884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que automatiza
</a:t>
            </a:r>
            <a:r>
              <a:rPr lang="en-US" sz="4000" b="1" dirty="0">
                <a:solidFill>
                  <a:srgbClr val="C4F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operaciones financieras.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la factura, la concilia, proyecta el inventario y paga en USDt.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tu dispositivo, sin comisiones de red.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5029200"/>
            <a:ext cx="2587752" cy="384048"/>
          </a:xfrm>
          <a:prstGeom prst="roundRect">
            <a:avLst>
              <a:gd name="adj" fmla="val 35714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100% local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38144" y="5029200"/>
            <a:ext cx="3026664" cy="384048"/>
          </a:xfrm>
          <a:prstGeom prst="roundRect">
            <a:avLst>
              <a:gd name="adj" fmla="val 35714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de red $0.00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29400" y="5029200"/>
            <a:ext cx="3026664" cy="384048"/>
          </a:xfrm>
          <a:prstGeom prst="roundRect">
            <a:avLst>
              <a:gd name="adj" fmla="val 35714"/>
            </a:avLst>
          </a:prstGeom>
          <a:solidFill>
            <a:srgbClr val="1C1E21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P2P</a:t>
            </a:r>
            <a:endParaRPr lang="en-US" sz="1200" dirty="0"/>
          </a:p>
        </p:txBody>
      </p:sp>
      <p:pic>
        <p:nvPicPr>
          <p:cNvPr id="9" name="Image 1" descr="/tmp/PearLedger/landing/public/mascot/mug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600200"/>
            <a:ext cx="2606040" cy="34381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github.com/Shugar03/PearLedger  ·  Apache-2.0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operaciones financieras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deberían ser tan complicadas.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2128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tareas que hoy se hacen a mano y el agente resuelve solo.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51760"/>
            <a:ext cx="1737360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51176" y="2651760"/>
            <a:ext cx="1618488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Tesorería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2651760"/>
            <a:ext cx="2807208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financieros</a:t>
            </a:r>
            <a:endParaRPr lang="en-US" sz="1100" dirty="0"/>
          </a:p>
        </p:txBody>
      </p:sp>
      <p:pic>
        <p:nvPicPr>
          <p:cNvPr id="8" name="Image 0" descr="/tmp/PearLedger/landing/public/mascot/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02920"/>
            <a:ext cx="1572768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200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3200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PEARLEDGER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3657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36210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Transcribir cada factura a mano.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57800" y="362102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06440" y="3401568"/>
            <a:ext cx="489204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2"/>
          <p:cNvSpPr/>
          <p:nvPr/>
        </p:nvSpPr>
        <p:spPr>
          <a:xfrm>
            <a:off x="6025896" y="3575304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3"/>
          <p:cNvSpPr/>
          <p:nvPr/>
        </p:nvSpPr>
        <p:spPr>
          <a:xfrm>
            <a:off x="6025896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28232" y="3557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21040" y="35753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parse_invoice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28232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lee el documento y extrae los campos.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46268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Cruzar factura y orden de compra a ojo.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57800" y="46268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06440" y="4407408"/>
            <a:ext cx="489204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Shape 21"/>
          <p:cNvSpPr/>
          <p:nvPr/>
        </p:nvSpPr>
        <p:spPr>
          <a:xfrm>
            <a:off x="6025896" y="4581144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2"/>
          <p:cNvSpPr/>
          <p:nvPr/>
        </p:nvSpPr>
        <p:spPr>
          <a:xfrm>
            <a:off x="6025896" y="4581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28232" y="4562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21040" y="45811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match_purchase_order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28232" y="48646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 solo, con nivel de confianza y diferencias.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5800" y="5669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88720" y="56327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con comisiones y esperar la acreditación.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257800" y="56327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806440" y="5413248"/>
            <a:ext cx="489204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3" name="Shape 30"/>
          <p:cNvSpPr/>
          <p:nvPr/>
        </p:nvSpPr>
        <p:spPr>
          <a:xfrm>
            <a:off x="6025896" y="5586984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1"/>
          <p:cNvSpPr/>
          <p:nvPr/>
        </p:nvSpPr>
        <p:spPr>
          <a:xfrm>
            <a:off x="6025896" y="5586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28232" y="5568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321040" y="5586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execute_gasless_payment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428232" y="58704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en USDt con comisión de red $0.00.</a:t>
            </a:r>
            <a:endParaRPr lang="en-US" sz="1200" dirty="0"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trabaja. Vos aprobás.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904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leyó, contra qué concilió y cuánto va a pagar, a la vista.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548640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923544" y="2377440"/>
            <a:ext cx="384048" cy="384048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923544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2267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parse_invoice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25877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local del documento y extracción de campos.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218688"/>
            <a:ext cx="548640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923544" y="3511296"/>
            <a:ext cx="384048" cy="384048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23544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3401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match_purchase_order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37216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 contra la orden de compra y marca diferencias.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352544"/>
            <a:ext cx="548640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923544" y="4645152"/>
            <a:ext cx="384048" cy="384048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923544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4517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45354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execute_gasless_payment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48554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 en USDt con paymaster, sin comisión de red.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2084832"/>
            <a:ext cx="4754880" cy="2944368"/>
          </a:xfrm>
          <a:prstGeom prst="roundRect">
            <a:avLst>
              <a:gd name="adj" fmla="val 49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7031736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factura procesada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49840" y="228600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EEFAC9"/>
          </a:solidFill>
          <a:ln w="12700">
            <a:solidFill>
              <a:srgbClr val="EEFAC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Procesada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31736" y="2724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32520" y="27249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 S.R.L.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31736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30358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INV-0421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31736" y="3346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0" y="334670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 1,240.00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31736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Ítems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32520" y="36576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31736" y="3968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del OCR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32520" y="396849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31736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Conciliada con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32520" y="42793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113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PO-2291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31736" y="4590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de red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32520" y="45902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D7A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5541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85800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del OCR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83864" y="5541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3483864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de red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81928" y="5541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días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281928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reponer MAT-001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079992" y="5541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bytes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9079992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salen del dispositivo</a:t>
            </a:r>
            <a:endParaRPr lang="en-US" sz="1100" dirty="0"/>
          </a:p>
        </p:txBody>
      </p:sp>
      <p:pic>
        <p:nvPicPr>
          <p:cNvPr id="48" name="Image 0" descr="/tmp/PearLedger/landing/public/mascot/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00200" cy="13716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Y 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datos financieros siguen siendo tuyos.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904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Montos, proveedores y cuentas nunca salen del dispositivo.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" y="2322576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0408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97864" y="2286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100% local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97864" y="2560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Inferencia y OCR con @qvac/sdk, en tu máquina.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" y="3108960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704088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97864" y="3072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servidor central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97864" y="33467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backend recibe ni guarda los documentos.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" y="3895344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704088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97864" y="3858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APIs cloud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97864" y="41330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llamadas a servicios externos de IA.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" y="4681728"/>
            <a:ext cx="310896" cy="310896"/>
          </a:xfrm>
          <a:prstGeom prst="ellipse">
            <a:avLst/>
          </a:prstGeom>
          <a:solidFill>
            <a:srgbClr val="C4F53C"/>
          </a:solidFill>
          <a:ln w="12700">
            <a:solidFill>
              <a:srgbClr val="C4F53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704088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97864" y="4645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humana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97864" y="49194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pago sobre $1,000 USDt lo aprueba una persona.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2860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piezas, ninguna con servidor propio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670048"/>
            <a:ext cx="24871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483096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QVAC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83096" y="3154680"/>
            <a:ext cx="1728216" cy="237744"/>
          </a:xfrm>
          <a:prstGeom prst="roundRect">
            <a:avLst>
              <a:gd name="adj" fmla="val 57692"/>
            </a:avLst>
          </a:prstGeom>
          <a:solidFill>
            <a:srgbClr val="EEFAC9"/>
          </a:solidFill>
          <a:ln w="12700">
            <a:solidFill>
              <a:srgbClr val="EEFAC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local / OCR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83096" y="34472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los documentos y concilia contra las órdenes de compra.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61120" y="2670048"/>
            <a:ext cx="24871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9180576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80576" y="3154680"/>
            <a:ext cx="864108" cy="237744"/>
          </a:xfrm>
          <a:prstGeom prst="roundRect">
            <a:avLst>
              <a:gd name="adj" fmla="val 57692"/>
            </a:avLst>
          </a:prstGeom>
          <a:solidFill>
            <a:srgbClr val="EEFAC9"/>
          </a:solidFill>
          <a:ln w="12700">
            <a:solidFill>
              <a:srgbClr val="EEFAC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80576" y="34472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y liquidación en USDt con paymaster.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133088"/>
            <a:ext cx="24871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6483096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83096" y="4617720"/>
            <a:ext cx="1440180" cy="237744"/>
          </a:xfrm>
          <a:prstGeom prst="roundRect">
            <a:avLst>
              <a:gd name="adj" fmla="val 57692"/>
            </a:avLst>
          </a:prstGeom>
          <a:solidFill>
            <a:srgbClr val="EEFAC9"/>
          </a:solidFill>
          <a:ln w="12700">
            <a:solidFill>
              <a:srgbClr val="EEFAC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P2P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83096" y="49103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y actualiza desde una clave pear://.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61120" y="4133088"/>
            <a:ext cx="248716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381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9180576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80576" y="4617720"/>
            <a:ext cx="1536192" cy="237744"/>
          </a:xfrm>
          <a:prstGeom prst="roundRect">
            <a:avLst>
              <a:gd name="adj" fmla="val 57692"/>
            </a:avLst>
          </a:prstGeom>
          <a:solidFill>
            <a:srgbClr val="EEFAC9"/>
          </a:solidFill>
          <a:ln w="12700">
            <a:solidFill>
              <a:srgbClr val="EEFAC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7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base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80576" y="49103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sin Node.js, con binarios por plataforma.</a:t>
            </a:r>
            <a:endParaRPr lang="en-US" sz="1000" dirty="0"/>
          </a:p>
        </p:txBody>
      </p:sp>
      <p:pic>
        <p:nvPicPr>
          <p:cNvPr id="38" name="Image 0" descr="/tmp/PearLedger/landing/public/mascot/thum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457200"/>
            <a:ext cx="1097280" cy="133502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685800" y="6108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en el repo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858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harness/hooks.ts  ·  docs/PLUGIN_CONTRACT.md  ·  docs/STACK_ANALYSIS.md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earLedger/landing/public/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48640"/>
            <a:ext cx="173736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377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F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LOCAL-FIRST. GASLESS. P2P.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85800" y="271576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Automatizá tu próxima factura.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35935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1A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Cloná, instalá y el agente corre en tu máquina.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85800" y="4270248"/>
            <a:ext cx="1965960" cy="512064"/>
          </a:xfrm>
          <a:prstGeom prst="roundRect">
            <a:avLst>
              <a:gd name="adj" fmla="val 26786"/>
            </a:avLst>
          </a:prstGeom>
          <a:solidFill>
            <a:srgbClr val="C4F53C"/>
          </a:solidFill>
          <a:ln w="12700">
            <a:solidFill>
              <a:srgbClr val="C4F5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INSCRIBIRME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34640" y="4270248"/>
            <a:ext cx="1691640" cy="512064"/>
          </a:xfrm>
          <a:prstGeom prst="roundRect">
            <a:avLst>
              <a:gd name="adj" fmla="val 26786"/>
            </a:avLst>
          </a:prstGeom>
          <a:solidFill>
            <a:srgbClr val="111315"/>
          </a:solidFill>
          <a:ln w="12700">
            <a:solidFill>
              <a:srgbClr val="2A2D3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el repo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5120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F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github.com/Shugar03/PearLedger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5458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37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· Gasless · P2P · Soberanía operativa · Apache-2.0</a:t>
            </a:r>
            <a:endParaRPr lang="en-US" sz="1200" dirty="0"/>
          </a:p>
        </p:txBody>
      </p:sp>
      <p:pic>
        <p:nvPicPr>
          <p:cNvPr id="10" name="Image 1" descr="/tmp/PearLedger/landing/public/mascot/device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965960"/>
            <a:ext cx="2651760" cy="346557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PresentationFormat>Panorámica</PresentationFormat>
  <Paragraphs>124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PearLedger — Automatización financiera local-first</dc:title>
  <dc:subject>PptxGenJS Presentation</dc:subject>
  <dc:creator>PearLedger</dc:creator>
  <cp:lastModifiedBy>Benjamin Lazarte</cp:lastModifiedBy>
  <cp:revision>2</cp:revision>
  <dcterms:created xsi:type="dcterms:W3CDTF">2026-08-22T22:56:31Z</dcterms:created>
  <dcterms:modified xsi:type="dcterms:W3CDTF">2026-08-22T23:00:16Z</dcterms:modified>
</cp:coreProperties>
</file>